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2626" y="-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714500" y="4165600"/>
            <a:ext cx="4629150" cy="2525816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14500" y="6671096"/>
            <a:ext cx="4629150" cy="18288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5156716" y="1676588"/>
            <a:ext cx="3048000" cy="2857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4241152" y="5687573"/>
            <a:ext cx="4876800" cy="28803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85750" y="0"/>
            <a:ext cx="457200" cy="9144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07252" y="0"/>
            <a:ext cx="78498" cy="9144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742950" y="0"/>
            <a:ext cx="136404" cy="9144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855990" y="0"/>
            <a:ext cx="172710" cy="9144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79758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685800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40584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294980" y="0"/>
            <a:ext cx="0" cy="9144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0010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6835392" y="0"/>
            <a:ext cx="0" cy="9144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914400" y="0"/>
            <a:ext cx="57150" cy="9144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457200" y="4572000"/>
            <a:ext cx="971550" cy="17272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982224" y="6489003"/>
            <a:ext cx="481068" cy="855232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818310" y="7334176"/>
            <a:ext cx="102870" cy="18288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248156" y="7717536"/>
            <a:ext cx="205740" cy="3657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428750" y="5994400"/>
            <a:ext cx="274320" cy="48768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994158" y="6571603"/>
            <a:ext cx="457200" cy="69003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42900" y="2133600"/>
            <a:ext cx="5600700" cy="6498336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3860800"/>
            <a:ext cx="4629150" cy="273812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00" y="6680200"/>
            <a:ext cx="4629150" cy="18288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5155692" y="1671701"/>
            <a:ext cx="3048000" cy="2857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4241292" y="5683758"/>
            <a:ext cx="4876800" cy="28803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285750" y="0"/>
            <a:ext cx="457200" cy="9144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07252" y="0"/>
            <a:ext cx="78498" cy="9144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742950" y="0"/>
            <a:ext cx="136404" cy="9144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55990" y="0"/>
            <a:ext cx="172710" cy="9144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79758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685800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640584" y="0"/>
            <a:ext cx="0" cy="9144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294980" y="0"/>
            <a:ext cx="0" cy="9144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80010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0"/>
            <a:ext cx="57150" cy="9144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457200" y="4572000"/>
            <a:ext cx="971550" cy="17272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993528" y="6489003"/>
            <a:ext cx="481068" cy="855232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818310" y="7334176"/>
            <a:ext cx="102870" cy="18288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248156" y="7721600"/>
            <a:ext cx="205740" cy="3657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409280" y="5973184"/>
            <a:ext cx="274320" cy="48768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6823458" y="0"/>
            <a:ext cx="0" cy="9144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5462" y="6571603"/>
            <a:ext cx="457200" cy="69003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42900" y="2133600"/>
            <a:ext cx="2743200" cy="6096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3202686" y="2133600"/>
            <a:ext cx="2743200" cy="6096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5657850" cy="1524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342900" y="3149600"/>
            <a:ext cx="2743200" cy="5181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3278981" y="3149600"/>
            <a:ext cx="2743200" cy="5181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342900" y="2092960"/>
            <a:ext cx="2743200" cy="8778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3257550" y="2092960"/>
            <a:ext cx="2743200" cy="8778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572250" y="0"/>
            <a:ext cx="0" cy="9144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688658" y="4400550"/>
            <a:ext cx="8412480" cy="3429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109210" y="365760"/>
            <a:ext cx="1145286" cy="664464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686300" y="0"/>
            <a:ext cx="0" cy="9144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4644222" y="0"/>
            <a:ext cx="0" cy="9144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743700" y="0"/>
            <a:ext cx="0" cy="9144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6629400" y="0"/>
            <a:ext cx="228600" cy="9144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668655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117336" y="7620000"/>
            <a:ext cx="411480" cy="73152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228600" y="365760"/>
            <a:ext cx="4229100" cy="843686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572250" y="0"/>
            <a:ext cx="0" cy="9144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6117336" y="7620000"/>
            <a:ext cx="411480" cy="73152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672370" y="4400550"/>
            <a:ext cx="8412480" cy="3429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4629150" cy="9144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349" y="353060"/>
            <a:ext cx="1143000" cy="6608064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74370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6629400" y="0"/>
            <a:ext cx="228600" cy="9144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668655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4686300" y="0"/>
            <a:ext cx="0" cy="9144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4644222" y="0"/>
            <a:ext cx="0" cy="9144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257300" cy="780203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6572250" y="0"/>
            <a:ext cx="0" cy="9144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42900" y="366184"/>
            <a:ext cx="5600700" cy="1524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5600700" cy="649833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5105400" y="1554482"/>
            <a:ext cx="2682240" cy="288036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4309190" y="5089667"/>
            <a:ext cx="4267200" cy="27432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7150" y="0"/>
            <a:ext cx="0" cy="9144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743700" y="0"/>
            <a:ext cx="0" cy="9144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6629400" y="0"/>
            <a:ext cx="228600" cy="9144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686550" y="0"/>
            <a:ext cx="0" cy="9144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6117336" y="7620000"/>
            <a:ext cx="411480" cy="73152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762" y="7645400"/>
            <a:ext cx="457200" cy="694944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650" y="2667000"/>
            <a:ext cx="5848350" cy="2525816"/>
          </a:xfrm>
        </p:spPr>
        <p:txBody>
          <a:bodyPr>
            <a:normAutofit/>
          </a:bodyPr>
          <a:lstStyle/>
          <a:p>
            <a:pPr algn="ctr"/>
            <a:r>
              <a:rPr lang="en-IN" sz="4800" u="sng" dirty="0" smtClean="0"/>
              <a:t>NDA</a:t>
            </a:r>
            <a:r>
              <a:rPr lang="en-IN" sz="4800" dirty="0" smtClean="0"/>
              <a:t> </a:t>
            </a:r>
            <a:br>
              <a:rPr lang="en-IN" sz="4800" dirty="0" smtClean="0"/>
            </a:br>
            <a:r>
              <a:rPr lang="en-IN" sz="4800" u="sng" dirty="0" smtClean="0"/>
              <a:t>CRASH COURSE</a:t>
            </a: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4400" u="sng" dirty="0" smtClean="0"/>
              <a:t>PHYSICS</a:t>
            </a:r>
            <a:endParaRPr lang="en-IN" sz="4800" u="sng" dirty="0"/>
          </a:p>
        </p:txBody>
      </p:sp>
      <p:sp>
        <p:nvSpPr>
          <p:cNvPr id="4" name="Rectangle 3"/>
          <p:cNvSpPr/>
          <p:nvPr/>
        </p:nvSpPr>
        <p:spPr>
          <a:xfrm>
            <a:off x="990600" y="533400"/>
            <a:ext cx="5698996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OLIVE GREENS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3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Oriel</vt:lpstr>
      <vt:lpstr>NDA  CRASH COURSE PHYSICS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NDA  CRASH COURSE WEEK 1</dc:title>
  <dc:creator>Manish Kalia</dc:creator>
  <cp:lastModifiedBy>Lenovo</cp:lastModifiedBy>
  <cp:revision>3</cp:revision>
  <dcterms:created xsi:type="dcterms:W3CDTF">2006-08-16T00:00:00Z</dcterms:created>
  <dcterms:modified xsi:type="dcterms:W3CDTF">2020-03-05T00:52:13Z</dcterms:modified>
</cp:coreProperties>
</file>